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329184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MAJOR / MACRO ACADEMIC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N.C.R.S. (SECURE-BLOCK)</a:t>
            </a:r>
          </a:p>
          <a:p>
            <a:pPr>
              <a:spcBef>
                <a:spcPts val="1000"/>
              </a:spcBef>
              <a:defRPr sz="2200" b="1">
                <a:solidFill>
                  <a:srgbClr val="38BDF8"/>
                </a:solidFill>
              </a:defRPr>
            </a:pPr>
            <a:r>
              <a:t>Next-Generation National Cybercrime Reporting &amp; Police Command System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A Comprehensive Full-Stack Web Platform with Real-Time GIS Tracking, AI Auto-Filing, and Officer Investigation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983480"/>
            <a:ext cx="10149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KEY ATTRIBUTES &amp; HIGHLIGHTS: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• 5-Milestone Complete Lifecycle Development  |  • Role-Based Access (Citizen, Police, Admin)</a:t>
            </a:r>
            <a:br/>
            <a:r>
              <a:t>• Localized Implementation: Gwalior Police District  |  • Stack: React.js, Node.js, Express, Sequelize/SQLite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FOUNDATIONAL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Overview &amp; Strategic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High Friction in FIR Filing: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Traditional police reporting requires physical visits, extensive paperwork, and causes significant delays.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Opaque Tracking: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Victims have zero visibility into their case investigation progress once submitted.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Cybercrime Surge: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Online frauds, phishing, and identity theft require immediate digital triage that standard desks cannot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47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379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2. 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35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Zero-Bureaucracy E-FIR: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Provide instant digital incident logging with legal oath (IPC 182) and digital signature.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Live Investigation Lifecycle: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Enable end-to-end accountability from Citizen submission to Police investigation and Resolution.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Real-Time GIS &amp; Dispatch: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Interactive GIS tracking with simulated patrol response and regional safety heatmaps.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2655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3. Innovation Pillars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215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AI Auto-Filing Cop: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NLP extraction of crime types and severity directly from conversational text.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Tactical Police Toolkit: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License Plate OCR/DB Scanner, DEFCON Threat Level monitor, and Dark Web OSINT.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Emergency SOS &amp; Ghost Mode: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One-touch GPS panic dispatch and 100% untraceable whistleblower channel.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ENGINEERING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System Architecture &amp; Technical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Frontend Architecture (Client)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React 18 + Vite: High performance single page application architecture</a:t>
            </a:r>
            <a:br/>
            <a:r>
              <a:t>• Tailwind CSS: Dark-mode cyberpunk &amp; tactical command UI styling</a:t>
            </a:r>
            <a:br/>
            <a:r>
              <a:t>• React-Leaflet &amp; OpenStreetMap: Hardware-accelerated GIS mapping</a:t>
            </a:r>
            <a:br/>
            <a:r>
              <a:t>• Context API: Centralized JWT Authentication &amp; Role-Based Access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50815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602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Backend Architecture (API Server)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Node.js &amp; Express: Asynchronous RESTful micro-service API</a:t>
            </a:r>
            <a:br/>
            <a:r>
              <a:t>• JWT &amp; Bcrypt: Token-based stateless authentication with password hashing</a:t>
            </a:r>
            <a:br/>
            <a:r>
              <a:t>• Role Middleware: Strict endpoint protection for Citizen, Police, and Admin</a:t>
            </a:r>
            <a:br/>
            <a:r>
              <a:t>• Multer: Secure multi-part media evidence file upload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Database &amp; ORM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SQLite (via Sequelize ORM): Zero-configuration ACID-compliant local database</a:t>
            </a:r>
            <a:br/>
            <a:r>
              <a:t>• Relational Schema: Users, Complaints, StatusHistory, Bulletins, Notifications</a:t>
            </a:r>
            <a:br/>
            <a:r>
              <a:t>• Foreign Key Cascades: Relational data integrity across officer re-assignments</a:t>
            </a:r>
            <a:br/>
            <a:r>
              <a:t>• Seeding Framework: Initialized with 30 real Gwalior Police officers &amp; HQ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60520"/>
            <a:ext cx="5150815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389120"/>
            <a:ext cx="4602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External Services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8006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Pollinations AI: Real-time neural suspect sketch generation API</a:t>
            </a:r>
            <a:br/>
            <a:r>
              <a:t>• OpenStreetMap Nominatim: Geospatial tiles &amp; reverse geocoding engine</a:t>
            </a:r>
            <a:br/>
            <a:r>
              <a:t>• Ngrok Reverse Tunnel: Public secure tunneling for cross-device mobile live demos</a:t>
            </a:r>
            <a:br/>
            <a:r>
              <a:t>• Print CSS Engine: Client-side cryptographic E-FIR PDF document generator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DEVELOPMENT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Milestone Execution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9659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6002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MILESTONE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1691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Reqs &amp; Architecture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Problem definition, SRS, DB schema design, JWT auth structure, and technical feasibility.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737360"/>
            <a:ext cx="19659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1920240"/>
            <a:ext cx="1600200" cy="457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MILESTONE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560320"/>
            <a:ext cx="1691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Core Citizen Portal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Multi-step reporting wizard, evidence upload, digital legal oath (IPC 182), and OTP auth.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737360"/>
            <a:ext cx="19659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920240"/>
            <a:ext cx="1600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MILESTONE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560320"/>
            <a:ext cx="1691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Police &amp; Admin Core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Role-based portals, officer assignment matrix, live investigation notes, and status transitions.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737360"/>
            <a:ext cx="19659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79" y="1920240"/>
            <a:ext cx="1600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MILESTONE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560320"/>
            <a:ext cx="1691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Real-Time GIS Tracking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Leaflet mapping, patrol car movement interpolation, deterministic hashing &amp; crime heatmap.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737360"/>
            <a:ext cx="19659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0" y="1920240"/>
            <a:ext cx="160020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MILESTONE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560320"/>
            <a:ext cx="1691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AI &amp; Cyber Intelligence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AI Auto-filer, Suspect Sketcher, DEFCON level, Plate Scanner, Ghost Mode &amp; E-FIR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MILESTONE 1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Milestone 1: Requirement Analysis &amp; Database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Core Objectives &amp; SRS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Stakeholder Identification: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Defined operational requirements for 3 distinct user classes: Citizens (reporters), Police Officers (investigators), and System Administrators (supervisors).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System Architecture Design: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Selected decoupling architecture with React.js client talking to Node/Express REST APIs over secure HTTPS.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Security Requirements: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Mandated salted password hashing (Bcrypt), stateless token authentication (JWT), and field-level data validation to prevent injection.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Localization Scope: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Configured geographic scope for Gwalior district, setting up stations like Maharajpura, Hazira, University, Lashkar, and Behat.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5081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602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Relational Schema &amp; Entity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Users Table: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Stores user profiles with roles (`citizen`, `police`, `admin`), officer rank, badge IDs, police station assignment, and contact information.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Complaints Table: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Core entity containing tracking IDs, crime categories, incident timestamps, GPS coordinates, priority scores, evidence paths, and officer foreign keys.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StatusHistory Table: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Audit ledger logging every state change (`Submitted` → `Assigned` → `Under Investigation` → `Resolved`), officer remarks, and timestamp.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Bulletins &amp; Notifications: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Broadcast tables for public safety alerts, missing person reports, and targeted citizen status update notifications.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MILESTONE 2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Milestone 2: Citizen Portal &amp; Incident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Secure Onboarding &amp; 2FA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Role-Based Registration:</a:t>
            </a:r>
            <a:br/>
            <a:r>
              <a:t>Citizens provide authenticated mobile, email, and residential details.</a:t>
            </a:r>
            <a:br/>
            <a:br/>
            <a:r>
              <a:t>• Interactive OTP Verification:</a:t>
            </a:r>
            <a:br/>
            <a:r>
              <a:t>Simulated 2-Factor Authentication modal requiring 6-digit verification code before account activation.</a:t>
            </a:r>
            <a:br/>
            <a:br/>
            <a:r>
              <a:t>• JWT Token Management:</a:t>
            </a:r>
            <a:br/>
            <a:r>
              <a:t>Client-side persistence in local storage with automatic Axios request interceptors.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47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379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2. 4-Step E-FIR Wizard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35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Step 1: Incident Categorization</a:t>
            </a:r>
            <a:br/>
            <a:r>
              <a:t>Financial fraud, cyberstalking, phishing, identity theft with severity selection.</a:t>
            </a:r>
            <a:br/>
            <a:br/>
            <a:r>
              <a:t>• Step 2: Time &amp; Spatial Data</a:t>
            </a:r>
            <a:br/>
            <a:r>
              <a:t>Precise incident timestamps, Gwalior police station jurisdiction mapping.</a:t>
            </a:r>
            <a:br/>
            <a:br/>
            <a:r>
              <a:t>• Step 3: Evidence &amp; Suspect Data</a:t>
            </a:r>
            <a:br/>
            <a:r>
              <a:t>Multer-backed file upload (screenshots, transaction receipts) &amp; suspect profiles.</a:t>
            </a:r>
            <a:br/>
            <a:br/>
            <a:r>
              <a:t>• Step 4: Verification &amp; Preview</a:t>
            </a:r>
            <a:br/>
            <a:r>
              <a:t>Real-time summary check before final database submission.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2655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3. Legal Integrity &amp; Oath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215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IPC Section 182 Legal Oath:</a:t>
            </a:r>
            <a:br/>
            <a:r>
              <a:t>Mandatory legal declaration holding reporters liable for perjury under Indian Law for fraudulent filings.</a:t>
            </a:r>
            <a:br/>
            <a:br/>
            <a:r>
              <a:t>• Digital Cryptographic Signature:</a:t>
            </a:r>
            <a:br/>
            <a:r>
              <a:t>Citizens must provide full digital textual signature to validate authenticity.</a:t>
            </a:r>
            <a:br/>
            <a:br/>
            <a:r>
              <a:t>• Citizen Dashboard Logs:</a:t>
            </a:r>
            <a:br/>
            <a:r>
              <a:t>Real-time overview of active pursuits, closed cases, and case history with instant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MILESTONE 3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Milestone 3: Police &amp; Admin Investigation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Administrator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Central Case Dispatcher: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Admins monitor all incoming regional complaints with live status indicators, severity tags, and time-elapsed trackers.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Officer Assignment Matrix: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Direct assignment dropdown linking cases to 30 seeded Gwalior police officers based on station jurisdiction (Lashkar, University, etc.).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System-Wide Statistics: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Instant metric aggregators: Total reports, Active pursuits, Resolved FIRs, and Rejection ratios.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Public Bulletin Board Management: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Admin interface to create, update, and broadcast Wanted Suspect and Missing Person alert cards with reward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5081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602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Police Officer Investigation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Officer-Specific Case Queue: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Officers view only cases assigned to their specific Officer ID and department, eliminating operational clutter.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Investigation Log Notes: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Officers append timestamped forensic findings, suspect questioning records, and bank freeze memos to the case timeline.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Status Lifecycle Progression: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Controlled transition triggers: `Assigned` → `Under Investigation` → `Resolved` (with closing summary) or `Rejected`.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Citizen Notification Trigger: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Every officer status update automatically generates a new alert entry visible in the Citizen SMS simulator.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MILESTONE 4 REPORT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Milestone 4: Real-Time GIS Tracking &amp; Simulation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Live GIS Tracking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Leaflet &amp; React-Leaflet Integration:</a:t>
            </a:r>
            <a:br/>
            <a:r>
              <a:t>High-performance vector and raster tile rendering using open OpenStreetMap geospatial layers.</a:t>
            </a:r>
            <a:br/>
            <a:br/>
            <a:r>
              <a:t>• Custom UI Map Markers:</a:t>
            </a:r>
            <a:br/>
            <a:r>
              <a:t>Bespoke police unit vehicle icons and pulse incident location pins.</a:t>
            </a:r>
            <a:br/>
            <a:br/>
            <a:r>
              <a:t>• Zero External Paid API Dependency:</a:t>
            </a:r>
            <a:br/>
            <a:r>
              <a:t>Operates completely free of restrictive Google Maps billing quotas.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47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379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2. Movement Simulation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35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React useEffect Interval Engine:</a:t>
            </a:r>
            <a:br/>
            <a:r>
              <a:t>Visually simulates a live police patrol vehicle moving toward the reported incident scene.</a:t>
            </a:r>
            <a:br/>
            <a:br/>
            <a:r>
              <a:t>• Mathematical Linear Interpolation:</a:t>
            </a:r>
            <a:br/>
            <a:r>
              <a:t>Updates vehicle latitude/longitude every 3 seconds, mimicking authentic driving approaches.</a:t>
            </a:r>
            <a:br/>
            <a:br/>
            <a:r>
              <a:t>• Dynamic State-Gated Rendering:</a:t>
            </a:r>
            <a:br/>
            <a:r>
              <a:t>Vehicle appears exclusively when the case is actively `Assigned` or `Under Investigation`.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2655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3. Deterministic Coordinate Hashing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215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Algorithmic String Hashing:</a:t>
            </a:r>
            <a:br/>
            <a:r>
              <a:t>Proprietary hashing function converts alphanumeric Complaint IDs into precise lat/long coordinates.</a:t>
            </a:r>
            <a:br/>
            <a:br/>
            <a:r>
              <a:t>• Repeatable Determinism:</a:t>
            </a:r>
            <a:br/>
            <a:r>
              <a:t>Tracking the same complaint repeatedly always yields the exact same physical map point.</a:t>
            </a:r>
            <a:br/>
            <a:br/>
            <a:r>
              <a:t>• Public Safety Crime Heatmap:</a:t>
            </a:r>
            <a:br/>
            <a:r>
              <a:t>React-Leaflet heat layer visualizing crime density clusters across Gwalior sectors.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MILESTONE 5 ADVANCED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Milestone 5: AI Cyber-Intelligence &amp;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AI CyberCop Auto-Filer (NLP)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Natural Language Incident Parser: Citizens type freeform incident stories</a:t>
            </a:r>
            <a:br/>
            <a:r>
              <a:t>• Automatic Extraction: Categorizes crime type, date, and threat severity</a:t>
            </a:r>
            <a:br/>
            <a:r>
              <a:t>• Auto-Populating Wizard: Instantly fills the 4-step formal FIR form without manual friction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50815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602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AI Suspect Face Generator (Computer Vision)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Pollinations AI Neural Synthesis: Converts witness verbal descriptions into sketches</a:t>
            </a:r>
            <a:br/>
            <a:r>
              <a:t>• Realistic Forensic Composite: Auto-renders pencil-style composite suspect portraits</a:t>
            </a:r>
            <a:br/>
            <a:r>
              <a:t>• Evidence Integration: Attaches generated forensic sketch directly to the case dossier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Dynamic DEFCON Threat Level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Automated Threat Tier Computation: Evaluates active case backlog in SQLite</a:t>
            </a:r>
            <a:br/>
            <a:r>
              <a:t>• Real-Time Threat Scale: DEFCON 5 (Normal) → DEFCON 3 (Elevated) → DEFCON 2 (Critical)</a:t>
            </a:r>
            <a:br/>
            <a:r>
              <a:t>• Synchronized Broadcast: Pulsing banner alert on both Admin &amp; Police command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60520"/>
            <a:ext cx="5150815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389120"/>
            <a:ext cx="4602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E-FIR Official PDF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8006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Zero-Dependency Printable FIR: Specialized CSS print stylesheet format</a:t>
            </a:r>
            <a:br/>
            <a:r>
              <a:t>• Official Emblems &amp; Layout: MP Police branding, legal headers, and formal sections</a:t>
            </a:r>
            <a:br/>
            <a:r>
              <a:t>• Cryptographic Verification: Simulated SHA-256 integrity hash validating document authenticity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DEFENSE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Tactical Security &amp; Citizen Protection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Ghost Mode (Whistleblower)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Zero Digital Footprint:</a:t>
            </a:r>
            <a:br/>
            <a:r>
              <a:t>Dedicated `/ghost-mode` channel allowing total anonymity.</a:t>
            </a:r>
            <a:br/>
            <a:br/>
            <a:r>
              <a:t>• Zero Authentication Required:</a:t>
            </a:r>
            <a:br/>
            <a:r>
              <a:t>No IP logging, no cookies, no browser fingerprinting.</a:t>
            </a:r>
            <a:br/>
            <a:br/>
            <a:r>
              <a:t>• Automated Memory Wipe UI:</a:t>
            </a:r>
            <a:br/>
            <a:r>
              <a:t>Post-submission sequence wipes all local cache and redirects to safety in 4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47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379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Emergency SOS Panic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35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Instant 1-Click Panic Trigger:</a:t>
            </a:r>
            <a:br/>
            <a:r>
              <a:t>Bypasses the entire 4-step form for imminent physical danger.</a:t>
            </a:r>
            <a:br/>
            <a:br/>
            <a:r>
              <a:t>• Automatic Geolocation Capture:</a:t>
            </a:r>
            <a:br/>
            <a:r>
              <a:t>Immediately grabs browser GPS coordinates and transmits to HQ.</a:t>
            </a:r>
            <a:br/>
            <a:br/>
            <a:r>
              <a:t>• CRITICAL Priority Queuing:</a:t>
            </a:r>
            <a:br/>
            <a:r>
              <a:t>Triggers immediate sound/visual strobe on police dispatch monitors.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2655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RTO Plate &amp; Dark Web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215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Police RTO Plate Scanner:</a:t>
            </a:r>
            <a:br/>
            <a:r>
              <a:t>Interactive vehicle query tool cross-referencing vehicle ownership &amp; flagging stolen plates.</a:t>
            </a:r>
            <a:br/>
            <a:br/>
            <a:r>
              <a:t>• Dark Web OSINT Scanner:</a:t>
            </a:r>
            <a:br/>
            <a:r>
              <a:t>Simulated COMB (Compilation of Many Breaches) query for compromised email credentials.</a:t>
            </a:r>
            <a:br/>
            <a:br/>
            <a:r>
              <a:t>• Cyber Law GK Terminal:</a:t>
            </a:r>
            <a:br/>
            <a:r>
              <a:t>Live educational feed on IT Act 2000 (Section 66C Identity Theft &amp; Section 67).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CODEBASE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Technical Innovations &amp; Algorithmic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Core Algorithms &amp; Implementation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1. Deterministic Map Hashing Algorithm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Converts complaint strings (e.g., 'CMP-94821') into a mathematical hash sum to generate consistent latitude &amp; longitude offsets (e.g., 26.2183 ± delta) in Gwalior. Guarantees 100% cache repeatability with zero geocoding latency.</a:t>
            </a:r>
          </a:p>
          <a:p>
            <a:pPr>
              <a:spcBef>
                <a:spcPts val="1000"/>
              </a:spcBef>
              <a:defRPr b="1" sz="1400">
                <a:solidFill>
                  <a:srgbClr val="38BDF8"/>
                </a:solidFill>
              </a:defRPr>
            </a:pPr>
            <a:r>
              <a:t>2. Mathematical Interpolation for Patrol Tracking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Uses linear coordinate interpolation: Pos(t) = P_start + (P_target - P_start) * (t / T). Provides smooth, realistic patrol car approach animation over Leaflet canvas at 3-second intervals without WebSockets overhead.</a:t>
            </a:r>
          </a:p>
          <a:p>
            <a:pPr>
              <a:spcBef>
                <a:spcPts val="1000"/>
              </a:spcBef>
              <a:defRPr b="1" sz="1400">
                <a:solidFill>
                  <a:srgbClr val="38BDF8"/>
                </a:solidFill>
              </a:defRPr>
            </a:pPr>
            <a:r>
              <a:t>3. Dynamic Threat Index Calculation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Backend/Frontend aggregator function that evaluates case queues: ThreatScore = (ActiveCritical * 3) + (ActiveHigh * 2) + UnassignedCount. Dynamically transitions dashboard banners between DEFCON 5, 3, and 2 in real time.</a:t>
            </a:r>
          </a:p>
          <a:p>
            <a:pPr>
              <a:spcBef>
                <a:spcPts val="1000"/>
              </a:spcBef>
              <a:defRPr b="1" sz="1400">
                <a:solidFill>
                  <a:srgbClr val="38BDF8"/>
                </a:solidFill>
              </a:defRPr>
            </a:pPr>
            <a:r>
              <a:t>4. Seamless Ngrok Reverse Proxy Integration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Vite proxy configuration (`vite.config.js`) routing `/api` requests seamlessly to Node.js backend on port 5000. Enabled reliable, live cross-device mobile presentations on cellular networks without SQLite data wipe issues.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Results &amp; Empirical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</a:defRPr>
            </a:pPr>
            <a:r>
              <a:t>&lt; 60 Seconds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FIR Filing Time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Reduced from days to under a minute via AI Cop auto-population.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92024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100% Visibility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Investigation Tracking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Live stage transparency replacing traditional police station follow-up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0 ₹ Cost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GIS Infrastructure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Leaflet + OpenStreetMap + Deterministic Hashing eliminated paid API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92024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</a:defRPr>
            </a:pPr>
            <a:r>
              <a:t>3 User Roles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Integrated Ecosystem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Dedicated interfaces for Citizens, Police Officers, and Administrators.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10728655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Demonstration &amp; Validation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Successful End-to-End Test: Citizen filed complaint → Instant SMS simulation → Admin assigned Officer 'Dharmveer Singh' → Officer logged in &amp; initiated investigation → Leaflet map dynamically spawned moving patrol unit → E-FIR generated as official PDF.</a:t>
            </a:r>
            <a:br/>
            <a:r>
              <a:t>• Database Integrity: Zero orphan records during officer re-assignment; SQLite database maintained strict ACID consistency.</a:t>
            </a:r>
            <a:br/>
            <a:r>
              <a:t>• Mobile Compatibility: Successfully validated across both desktop browsers and mobile smartphones over Ngrok secure tunnel.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SCALABILITY &amp;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Future Scope &amp; System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Blockchain Evidence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Immutable Chain of Custody:</a:t>
            </a:r>
            <a:br/>
            <a:r>
              <a:t>Store cryptographic hashes of evidence photos, audio, and documents on an Ethereum/Hyperledger ledger.</a:t>
            </a:r>
            <a:br/>
            <a:br/>
            <a:r>
              <a:t>• Anti-Tamper Legal Guarantee:</a:t>
            </a:r>
            <a:br/>
            <a:r>
              <a:t>Ensures evidence cannot be modified or deleted by corrupt actors or attackers prior to court presentation.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47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379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2. Real Telecom SMS &amp; 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35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Twilio / Fast2SMS Integration:</a:t>
            </a:r>
            <a:br/>
            <a:r>
              <a:t>Transition from the in-app SMS simulator to live cellular SMS notifications delivered directly to citizen phones.</a:t>
            </a:r>
            <a:br/>
            <a:br/>
            <a:r>
              <a:t>• WhatsApp Automated Bot:</a:t>
            </a:r>
            <a:br/>
            <a:r>
              <a:t>File complaints and check FIR status directly through WhatsApp Business API chatbots without opening a 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2655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3. Predictive Crime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215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Geospatial Hotspot Forecasting:</a:t>
            </a:r>
            <a:br/>
            <a:r>
              <a:t>Machine Learning algorithms (Random Forest / LSTM) analyzing historical crime clusters to forecast peak incident times.</a:t>
            </a:r>
            <a:br/>
            <a:br/>
            <a:r>
              <a:t>• Automated Patrol Optimization:</a:t>
            </a:r>
            <a:br/>
            <a:r>
              <a:t>Recommends optimal patrol vehicle routing to prevent incidents before they occur.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SUMMARY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Conclusion &amp; Academic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3657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Key Takeaways &amp; Project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• Transforming Citizen-Police Interaction: 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The N.C.R.S. (Secure-Block) platform bridges the deep trust deficit between citizens and law enforcement by providing radical transparency, instant digital access, and live tracking.</a:t>
            </a:r>
          </a:p>
          <a:p>
            <a:pPr>
              <a:spcBef>
                <a:spcPts val="1200"/>
              </a:spcBef>
              <a:defRPr b="1" sz="1400">
                <a:solidFill>
                  <a:srgbClr val="38BDF8"/>
                </a:solidFill>
              </a:defRPr>
            </a:pPr>
            <a:r>
              <a:t>• Holistic Full-Stack Mastery: 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Successfully executed across all 5 milestones—from requirement engineering and SQL data modeling to real-time GIS tracking, AI computer vision integration, and live mobile tunneling.</a:t>
            </a:r>
          </a:p>
          <a:p>
            <a:pPr>
              <a:spcBef>
                <a:spcPts val="1200"/>
              </a:spcBef>
              <a:defRPr b="1" sz="1400">
                <a:solidFill>
                  <a:srgbClr val="38BDF8"/>
                </a:solidFill>
              </a:defRPr>
            </a:pPr>
            <a:r>
              <a:t>• Practical Real-World Readiness: 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By localizing the platform to Gwalior Police District with authentic legal oaths (IPC 182) and official E-FIR print standards, the project demonstrates immediate viability for municipal or state government adoption.</a:t>
            </a:r>
          </a:p>
          <a:p>
            <a:pPr>
              <a:spcBef>
                <a:spcPts val="1200"/>
              </a:spcBef>
              <a:defRPr b="1" sz="1400">
                <a:solidFill>
                  <a:srgbClr val="38BDF8"/>
                </a:solidFill>
              </a:defRPr>
            </a:pPr>
            <a:r>
              <a:t>• Academic &amp; Technological Impact: 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Demonstrates how modern web technologies (React, Node.js, Leaflet, NLP, AI) can be combined to solve pressing public safety challenges in developing nations.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88998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N.C.R.S. (SECURE-BLOCK)</a:t>
            </a:r>
          </a:p>
          <a:p>
            <a:pPr algn="ctr">
              <a:spcBef>
                <a:spcPts val="1400"/>
              </a:spcBef>
              <a:defRPr sz="2800" b="1">
                <a:solidFill>
                  <a:srgbClr val="F8FAFC"/>
                </a:solidFill>
              </a:defRPr>
            </a:pPr>
            <a:r>
              <a:t>Thank You! Questions &amp; Discussion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t>National Cybercrime Reporting System  |  Gwalior Police District Implementation</a:t>
            </a:r>
            <a:br/>
            <a:r>
              <a:t>Full-Stack Academic Project Presentation</a:t>
            </a:r>
          </a:p>
          <a:p>
            <a:pPr algn="ctr">
              <a:spcBef>
                <a:spcPts val="2400"/>
              </a:spcBef>
              <a:defRPr sz="1500" b="1">
                <a:solidFill>
                  <a:srgbClr val="22C55E"/>
                </a:solidFill>
              </a:defRPr>
            </a:pPr>
            <a:r>
              <a:t>Ready for Live System Demonstration &amp; Code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